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5" r:id="rId7"/>
    <p:sldId id="268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108D7D-C905-45D6-D147-9E0E6AD84EFD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26F659-549C-E707-1918-E4E3E622F61B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49B058-BB23-8C33-AF66-7940C7501A0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4085E-94E0-00AE-9F76-B0368BB6C779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886D90-3780-2318-C9D6-4E91911C344C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A2EE3F-C9BF-7ADA-BB83-04FFED13DC88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Diapositive de titre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932558" y="5870575"/>
            <a:ext cx="1600200" cy="377825"/>
          </a:xfrm>
        </p:spPr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962399" y="5870575"/>
            <a:ext cx="4893958" cy="3778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608958" y="5870575"/>
            <a:ext cx="551167" cy="377825"/>
          </a:xfrm>
        </p:spPr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 anchor="ctr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821895" y="2142067"/>
            <a:ext cx="4995332" cy="364913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096003" y="2226734"/>
            <a:ext cx="4722812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mage panoramiqu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85800" y="5299602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re et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itation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arte no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arte nom cita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10237867" y="2743200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”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488275" y="823337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ts val="0"/>
              </a:spcBef>
              <a:buNone/>
              <a:defRPr sz="3200" b="0" cap="all">
                <a:ln w="3175" cmpd="sng">
                  <a:noFill/>
                </a:ln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>
              <a:defRPr/>
            </a:pPr>
            <a:r>
              <a:rPr lang="en-US" sz="8000">
                <a:solidFill>
                  <a:schemeClr val="tx1"/>
                </a:solidFill>
              </a:rPr>
              <a:t>“</a:t>
            </a:r>
            <a:endParaRPr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 bwMode="auto"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Vrai ou faux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/>
            </a:lvl1pPr>
          </a:lstStyle>
          <a:p>
            <a:pPr marL="0" lvl="0"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85801" y="3505199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>
                <a:ln w="3175" cmpd="sng">
                  <a:noFill/>
                </a:ln>
                <a:solidFill>
                  <a:schemeClr val="tx1"/>
                </a:solidFill>
              </a:defRPr>
            </a:lvl1pPr>
          </a:lstStyle>
          <a:p>
            <a:pPr marL="0" lvl="0">
              <a:spcBef>
                <a:spcPts val="0"/>
              </a:spcBef>
              <a:buNone/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658675" y="609599"/>
            <a:ext cx="2158552" cy="5181601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85801" y="2142067"/>
            <a:ext cx="10131425" cy="36491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B61BEF0D-F0BB-DE4B-95CE-6DB70DBA9567}" type="datetimeFigureOut">
              <a:rPr lang="en-US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D57F1E4F-1CFF-5643-939E-217C01CDF565}" type="slidenum">
              <a:rPr lang="en-US"/>
              <a:t>‹N°›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>
        <a:spcBef>
          <a:spcPts val="0"/>
        </a:spcBef>
        <a:buNone/>
        <a:defRPr sz="36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285750" indent="-28575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cap="none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cap="none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cap="none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cap="none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3962399" y="564092"/>
            <a:ext cx="7197726" cy="2421464"/>
          </a:xfrm>
        </p:spPr>
        <p:txBody>
          <a:bodyPr/>
          <a:lstStyle/>
          <a:p>
            <a:pPr>
              <a:defRPr/>
            </a:pPr>
            <a:r>
              <a:rPr lang="fr-FR"/>
              <a:t>Présentation et oral de stage de 3eme </a:t>
            </a:r>
            <a:endParaRPr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7686675" y="4385732"/>
            <a:ext cx="3473449" cy="1405467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dirty="0"/>
              <a:t>Daniel neau-inizan</a:t>
            </a:r>
          </a:p>
          <a:p>
            <a:pPr>
              <a:defRPr/>
            </a:pPr>
            <a:r>
              <a:rPr lang="fr-FR" dirty="0"/>
              <a:t>3A</a:t>
            </a:r>
            <a:endParaRPr dirty="0"/>
          </a:p>
          <a:p>
            <a:pPr>
              <a:defRPr/>
            </a:pPr>
            <a:r>
              <a:rPr lang="fr-FR" dirty="0" err="1"/>
              <a:t>CollEge</a:t>
            </a:r>
            <a:r>
              <a:rPr lang="fr-FR" dirty="0"/>
              <a:t> </a:t>
            </a:r>
            <a:r>
              <a:rPr lang="en-US" dirty="0" err="1"/>
              <a:t>JEAn</a:t>
            </a:r>
            <a:r>
              <a:rPr lang="en-US" dirty="0"/>
              <a:t> DES BARRES </a:t>
            </a:r>
            <a:endParaRPr dirty="0"/>
          </a:p>
          <a:p>
            <a:pPr>
              <a:defRPr/>
            </a:pPr>
            <a:r>
              <a:rPr lang="fr-FR" dirty="0"/>
              <a:t>OISSERY</a:t>
            </a:r>
          </a:p>
        </p:txBody>
      </p:sp>
      <p:pic>
        <p:nvPicPr>
          <p:cNvPr id="6" name="Image 5" descr="Une image contenant plein air, texte, bâtiment, propriété&#10;&#10;Le contenu généré par l’IA peut être incorrect.">
            <a:extLst>
              <a:ext uri="{FF2B5EF4-FFF2-40B4-BE49-F238E27FC236}">
                <a16:creationId xmlns:a16="http://schemas.microsoft.com/office/drawing/2014/main" id="{A7D77DAA-A2A4-F990-1FD5-D8D72B73A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876" y="3057982"/>
            <a:ext cx="6862444" cy="30258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:split orient="vert" dir="in"/>
      </p:transition>
    </mc:Choice>
    <mc:Fallback xmlns:w="http://schemas.openxmlformats.org/wordprocessingml/2006/main" xmlns:m="http://schemas.openxmlformats.org/officeDocument/2006/math" xmlns="">
      <p:transition spd="slow" advClick="0">
        <p:split orient="vert" dir="in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962026" y="749508"/>
            <a:ext cx="3981449" cy="505968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dirty="0"/>
              <a:t>Présentation </a:t>
            </a:r>
            <a:endParaRPr dirty="0"/>
          </a:p>
          <a:p>
            <a:pPr>
              <a:defRPr/>
            </a:pPr>
            <a:r>
              <a:rPr lang="fr-FR" dirty="0"/>
              <a:t>L’entreprise</a:t>
            </a:r>
            <a:endParaRPr dirty="0"/>
          </a:p>
          <a:p>
            <a:pPr>
              <a:defRPr/>
            </a:pPr>
            <a:r>
              <a:rPr lang="fr-FR" dirty="0"/>
              <a:t>Mes activités pendant le stage</a:t>
            </a:r>
          </a:p>
          <a:p>
            <a:pPr>
              <a:defRPr/>
            </a:pPr>
            <a:r>
              <a:rPr lang="fr-FR" dirty="0"/>
              <a:t>Interventions techniques observées</a:t>
            </a:r>
          </a:p>
          <a:p>
            <a:pPr>
              <a:defRPr/>
            </a:pPr>
            <a:r>
              <a:rPr lang="fr-FR" dirty="0"/>
              <a:t>Le métier de technicien informatique</a:t>
            </a:r>
          </a:p>
          <a:p>
            <a:pPr>
              <a:defRPr/>
            </a:pPr>
            <a:r>
              <a:rPr lang="fr-FR" dirty="0"/>
              <a:t>Mon Projet Professionnel </a:t>
            </a:r>
          </a:p>
          <a:p>
            <a:pPr>
              <a:defRPr/>
            </a:pPr>
            <a:r>
              <a:rPr lang="fr-FR" dirty="0"/>
              <a:t>Conclusion </a:t>
            </a:r>
            <a:endParaRPr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45781" y="813008"/>
            <a:ext cx="8491276" cy="4562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:split orient="vert" dir="in"/>
      </p:transition>
    </mc:Choice>
    <mc:Fallback xmlns:w="http://schemas.openxmlformats.org/wordprocessingml/2006/main" xmlns:m="http://schemas.openxmlformats.org/officeDocument/2006/math" xmlns="">
      <p:transition spd="slow" advClick="0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400051" y="105687"/>
            <a:ext cx="10131425" cy="1456267"/>
          </a:xfrm>
        </p:spPr>
        <p:txBody>
          <a:bodyPr/>
          <a:lstStyle/>
          <a:p>
            <a:pPr>
              <a:defRPr/>
            </a:pPr>
            <a:r>
              <a:rPr lang="fr-FR" dirty="0"/>
              <a:t>présentation</a:t>
            </a:r>
            <a:endParaRPr dirty="0"/>
          </a:p>
        </p:txBody>
      </p:sp>
      <p:sp>
        <p:nvSpPr>
          <p:cNvPr id="7" name="ZoneTexte 6"/>
          <p:cNvSpPr txBox="1"/>
          <p:nvPr/>
        </p:nvSpPr>
        <p:spPr bwMode="auto">
          <a:xfrm>
            <a:off x="526158" y="1413840"/>
            <a:ext cx="41814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fr-FR" dirty="0"/>
              <a:t>Daniel Neau-Inizan</a:t>
            </a:r>
          </a:p>
          <a:p>
            <a:pPr marL="285750" indent="-285750">
              <a:buFontTx/>
              <a:buChar char="-"/>
              <a:defRPr/>
            </a:pPr>
            <a:r>
              <a:rPr lang="fr-FR" dirty="0"/>
              <a:t>15 ans</a:t>
            </a:r>
            <a:endParaRPr dirty="0"/>
          </a:p>
          <a:p>
            <a:pPr marL="285750" indent="-285750">
              <a:buFontTx/>
              <a:buChar char="-"/>
              <a:defRPr/>
            </a:pPr>
            <a:r>
              <a:rPr lang="fr-FR" dirty="0"/>
              <a:t>Collège Jean des Barres</a:t>
            </a:r>
          </a:p>
          <a:p>
            <a:pPr marL="285750" indent="-285750">
              <a:buFontTx/>
              <a:buChar char="-"/>
              <a:defRPr/>
            </a:pPr>
            <a:r>
              <a:rPr lang="fr-FR" dirty="0"/>
              <a:t>Goût pour le numérique</a:t>
            </a:r>
            <a:endParaRPr dirty="0"/>
          </a:p>
          <a:p>
            <a:pPr marL="285750" indent="-285750">
              <a:buFontTx/>
              <a:buChar char="-"/>
              <a:defRPr/>
            </a:pPr>
            <a:endParaRPr lang="fr-FR" dirty="0"/>
          </a:p>
        </p:txBody>
      </p:sp>
      <p:sp>
        <p:nvSpPr>
          <p:cNvPr id="9" name="ZoneTexte 8"/>
          <p:cNvSpPr txBox="1"/>
          <p:nvPr/>
        </p:nvSpPr>
        <p:spPr bwMode="auto">
          <a:xfrm>
            <a:off x="526158" y="2645826"/>
            <a:ext cx="2999236" cy="2012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dirty="0"/>
              <a:t>Recherche d’entreprise:</a:t>
            </a:r>
            <a:endParaRPr dirty="0"/>
          </a:p>
          <a:p>
            <a:pPr>
              <a:defRPr/>
            </a:pPr>
            <a:r>
              <a:rPr lang="fr-FR" dirty="0"/>
              <a:t> </a:t>
            </a:r>
            <a:endParaRPr dirty="0"/>
          </a:p>
          <a:p>
            <a:pPr>
              <a:defRPr/>
            </a:pPr>
            <a:r>
              <a:rPr lang="fr-FR" dirty="0"/>
              <a:t>- Sollicitation de la famille </a:t>
            </a:r>
            <a:endParaRPr dirty="0"/>
          </a:p>
          <a:p>
            <a:pPr>
              <a:defRPr/>
            </a:pPr>
            <a:r>
              <a:rPr lang="fr-FR" dirty="0"/>
              <a:t>- Création de mon cv:  Nom Prénom, Adresse, et les Expériences Réalisées,</a:t>
            </a:r>
            <a:endParaRPr dirty="0"/>
          </a:p>
          <a:p>
            <a:pPr marL="285750" indent="-285750">
              <a:buFontTx/>
              <a:buChar char="-"/>
              <a:defRPr/>
            </a:pP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3B0E2E-3D5B-F858-F946-A353370E2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4715015"/>
            <a:ext cx="3162300" cy="15725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dirty="0"/>
              <a:t>Projet professionnel :</a:t>
            </a:r>
          </a:p>
          <a:p>
            <a:pPr marL="0" indent="0">
              <a:buNone/>
            </a:pPr>
            <a:r>
              <a:rPr lang="fr-FR" dirty="0"/>
              <a:t>Techniciens informatiques </a:t>
            </a:r>
          </a:p>
          <a:p>
            <a:pPr marL="0" indent="0">
              <a:buNone/>
            </a:pPr>
            <a:r>
              <a:rPr lang="fr-FR" dirty="0"/>
              <a:t> Depuis plusieurs années, je m’intéresse à l’informatique et au dépannage des ordinateurs.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8D71BAAF-1D6E-D0A3-D9B5-ECBE7214A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850" y="365125"/>
            <a:ext cx="4325470" cy="6127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:split orient="vert" dir="in"/>
      </p:transition>
    </mc:Choice>
    <mc:Fallback xmlns:w="http://schemas.openxmlformats.org/wordprocessingml/2006/main" xmlns:m="http://schemas.openxmlformats.org/officeDocument/2006/math" xmlns="">
      <p:transition spd="slow" advClick="0">
        <p:split orient="vert" dir="in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1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L’entreprise</a:t>
            </a:r>
            <a:endParaRPr/>
          </a:p>
        </p:txBody>
      </p:sp>
      <p:pic>
        <p:nvPicPr>
          <p:cNvPr id="7" name="Espace réservé du contenu 6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F1B415AD-F73E-C9A6-CF93-5D8977B6F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5707063" y="1803950"/>
            <a:ext cx="4362450" cy="1500167"/>
          </a:xfrm>
          <a:prstGeom prst="rect">
            <a:avLst/>
          </a:prstGeom>
          <a:noFill/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5CA9DFE-7E44-DEEA-A54C-54BCD5661F9E}"/>
              </a:ext>
            </a:extLst>
          </p:cNvPr>
          <p:cNvSpPr txBox="1"/>
          <p:nvPr/>
        </p:nvSpPr>
        <p:spPr>
          <a:xfrm>
            <a:off x="472440" y="2069205"/>
            <a:ext cx="40233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XEFI accompagne les TPE/PME en :</a:t>
            </a:r>
          </a:p>
          <a:p>
            <a:r>
              <a:rPr lang="fr-FR" dirty="0"/>
              <a:t>- Maintenance informatique</a:t>
            </a:r>
          </a:p>
          <a:p>
            <a:r>
              <a:rPr lang="fr-FR" dirty="0"/>
              <a:t>- Sécurité &amp; cybersécurité</a:t>
            </a:r>
          </a:p>
          <a:p>
            <a:r>
              <a:rPr lang="fr-FR" dirty="0"/>
              <a:t>- Cloud</a:t>
            </a:r>
          </a:p>
          <a:p>
            <a:r>
              <a:rPr lang="fr-FR" dirty="0"/>
              <a:t>- Vente de matériel (serveurs, PC)</a:t>
            </a:r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329AE7A-E929-4228-A2AC-C15A43583ADF}"/>
              </a:ext>
            </a:extLst>
          </p:cNvPr>
          <p:cNvSpPr txBox="1"/>
          <p:nvPr/>
        </p:nvSpPr>
        <p:spPr>
          <a:xfrm>
            <a:off x="635000" y="3968750"/>
            <a:ext cx="33591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XEFI est une entreprise spécialisée dans les services informatiques pour les entreprises : maintenance, cybersécurité et cloud.</a:t>
            </a:r>
          </a:p>
          <a:p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:split orient="vert" dir="in"/>
      </p:transition>
    </mc:Choice>
    <mc:Fallback xmlns:w="http://schemas.openxmlformats.org/wordprocessingml/2006/main" xmlns:m="http://schemas.openxmlformats.org/officeDocument/2006/math" xmlns="">
      <p:transition spd="slow" advClick="0">
        <p:split orient="vert" dir="in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534987" y="153457"/>
            <a:ext cx="10131425" cy="1456267"/>
          </a:xfrm>
        </p:spPr>
        <p:txBody>
          <a:bodyPr/>
          <a:lstStyle/>
          <a:p>
            <a:pPr>
              <a:defRPr/>
            </a:pPr>
            <a:r>
              <a:rPr lang="fr-FR" dirty="0"/>
              <a:t>Mes activités pendant le stage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96901" y="715962"/>
            <a:ext cx="4914899" cy="2984499"/>
          </a:xfrm>
        </p:spPr>
        <p:txBody>
          <a:bodyPr>
            <a:normAutofit/>
          </a:bodyPr>
          <a:lstStyle/>
          <a:p>
            <a:r>
              <a:rPr lang="fr-FR" dirty="0"/>
              <a:t>- Ouverture et lecture des mails</a:t>
            </a:r>
          </a:p>
          <a:p>
            <a:r>
              <a:rPr lang="fr-FR" dirty="0"/>
              <a:t>- Préparation du briefing</a:t>
            </a:r>
          </a:p>
          <a:p>
            <a:r>
              <a:rPr lang="fr-FR" dirty="0"/>
              <a:t>- Gestion et suivi des tickets (</a:t>
            </a:r>
            <a:r>
              <a:rPr lang="fr-FR" dirty="0" err="1"/>
              <a:t>Zendesk</a:t>
            </a:r>
            <a:r>
              <a:rPr lang="fr-FR" dirty="0"/>
              <a:t>)</a:t>
            </a:r>
          </a:p>
          <a:p>
            <a:r>
              <a:rPr lang="fr-FR" dirty="0"/>
              <a:t>- Maintenance et réinstallation de Windows</a:t>
            </a:r>
          </a:p>
          <a:p>
            <a:r>
              <a:rPr lang="fr-FR" dirty="0"/>
              <a:t>- Enregistrement des PC dans </a:t>
            </a:r>
            <a:r>
              <a:rPr lang="fr-FR" dirty="0" err="1"/>
              <a:t>Tactical</a:t>
            </a:r>
            <a:r>
              <a:rPr lang="fr-FR" dirty="0"/>
              <a:t> RMM</a:t>
            </a:r>
          </a:p>
          <a:p>
            <a:pPr>
              <a:defRPr/>
            </a:pPr>
            <a:endParaRPr lang="fr-F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7318375" y="1609723"/>
            <a:ext cx="4181475" cy="4181475"/>
          </a:xfrm>
          <a:prstGeom prst="rect">
            <a:avLst/>
          </a:prstGeom>
          <a:noFill/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1FAF885B-3308-7644-12E3-5963F26CEB9A}"/>
              </a:ext>
            </a:extLst>
          </p:cNvPr>
          <p:cNvSpPr txBox="1"/>
          <p:nvPr/>
        </p:nvSpPr>
        <p:spPr>
          <a:xfrm>
            <a:off x="433387" y="3816240"/>
            <a:ext cx="8213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+mj-lt"/>
              </a:rPr>
              <a:t>Interventions techniques observées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BD5D720-3BD4-D754-3C37-EAB1725C8CFB}"/>
              </a:ext>
            </a:extLst>
          </p:cNvPr>
          <p:cNvSpPr txBox="1"/>
          <p:nvPr/>
        </p:nvSpPr>
        <p:spPr>
          <a:xfrm>
            <a:off x="596901" y="4578350"/>
            <a:ext cx="62674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- Installation Windows via serveur local</a:t>
            </a:r>
          </a:p>
          <a:p>
            <a:r>
              <a:rPr lang="fr-FR" dirty="0"/>
              <a:t>- Diagnostic matériel (RAM, disque dur)</a:t>
            </a:r>
          </a:p>
          <a:p>
            <a:r>
              <a:rPr lang="fr-FR" dirty="0"/>
              <a:t>- Test câble Ethernet et switch</a:t>
            </a:r>
          </a:p>
          <a:p>
            <a:r>
              <a:rPr lang="fr-FR" dirty="0"/>
              <a:t>- Intervention chez clients</a:t>
            </a:r>
          </a:p>
          <a:p>
            <a:r>
              <a:rPr lang="fr-FR" dirty="0"/>
              <a:t>- Utilisation </a:t>
            </a:r>
            <a:r>
              <a:rPr lang="fr-FR" dirty="0" err="1"/>
              <a:t>AnyDesk</a:t>
            </a:r>
            <a:r>
              <a:rPr lang="fr-FR" dirty="0"/>
              <a:t> pour prise à distance</a:t>
            </a:r>
          </a:p>
          <a:p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:split orient="vert" dir="in"/>
      </p:transition>
    </mc:Choice>
    <mc:Fallback xmlns:w="http://schemas.openxmlformats.org/wordprocessingml/2006/main" xmlns:m="http://schemas.openxmlformats.org/officeDocument/2006/math" xmlns="">
      <p:transition spd="slow" advClick="0">
        <p:split orient="vert" dir="in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 dirty="0"/>
              <a:t>Le métier de technicien informatique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r>
              <a:rPr lang="fr-FR" dirty="0"/>
              <a:t>Missions :</a:t>
            </a:r>
          </a:p>
          <a:p>
            <a:r>
              <a:rPr lang="fr-FR" dirty="0"/>
              <a:t>- Installation &amp; configuration</a:t>
            </a:r>
          </a:p>
          <a:p>
            <a:r>
              <a:rPr lang="fr-FR" dirty="0"/>
              <a:t>- Maintenance &amp; dépannage</a:t>
            </a:r>
          </a:p>
          <a:p>
            <a:r>
              <a:rPr lang="fr-FR" dirty="0"/>
              <a:t>- Aider les clients à résoudre des problèmes à distance.</a:t>
            </a:r>
          </a:p>
          <a:p>
            <a:r>
              <a:rPr lang="fr-FR" dirty="0"/>
              <a:t>- Sécurité des données</a:t>
            </a:r>
          </a:p>
          <a:p>
            <a:r>
              <a:rPr lang="fr-FR" dirty="0"/>
              <a:t>- Changer une barrette RAM défectueuse ou réinstaller Windows.</a:t>
            </a:r>
          </a:p>
          <a:p>
            <a:endParaRPr lang="fr-FR" dirty="0"/>
          </a:p>
          <a:p>
            <a:r>
              <a:rPr lang="fr-FR" dirty="0"/>
              <a:t>Qualités : rigueur, patience, compétences techniques</a:t>
            </a:r>
          </a:p>
          <a:p>
            <a:pPr>
              <a:defRPr/>
            </a:pPr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:split orient="vert" dir="in"/>
      </p:transition>
    </mc:Choice>
    <mc:Fallback xmlns:w="http://schemas.openxmlformats.org/wordprocessingml/2006/main" xmlns:m="http://schemas.openxmlformats.org/officeDocument/2006/math" xmlns="">
      <p:transition spd="slow" advClick="0">
        <p:split orient="vert" dir="in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CC9A69-DE4E-F365-0977-3638FD0BC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0"/>
            <a:ext cx="10131425" cy="1456267"/>
          </a:xfrm>
        </p:spPr>
        <p:txBody>
          <a:bodyPr/>
          <a:lstStyle/>
          <a:p>
            <a:r>
              <a:rPr lang="fr-FR" dirty="0"/>
              <a:t>Mon Projet Professionnel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3467F8-F86F-D580-D6AD-81C3343FF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65250"/>
            <a:ext cx="4406899" cy="533399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fr-FR" sz="7200" b="1" dirty="0"/>
              <a:t>- Métier envisagé</a:t>
            </a:r>
          </a:p>
          <a:p>
            <a:r>
              <a:rPr lang="fr-FR" sz="7200" dirty="0"/>
              <a:t>Technicien informatique / cybersécurité</a:t>
            </a:r>
          </a:p>
          <a:p>
            <a:pPr marL="0" indent="0">
              <a:buNone/>
            </a:pPr>
            <a:r>
              <a:rPr lang="fr-FR" sz="7200" b="1" dirty="0"/>
              <a:t>- Pourquoi ce métier m’intéresse</a:t>
            </a:r>
          </a:p>
          <a:p>
            <a:r>
              <a:rPr lang="fr-FR" sz="7200" dirty="0"/>
              <a:t>intérêt pour les ordinateurs </a:t>
            </a:r>
          </a:p>
          <a:p>
            <a:r>
              <a:rPr lang="fr-FR" sz="7200" dirty="0"/>
              <a:t>résolution de problèmes </a:t>
            </a:r>
          </a:p>
          <a:p>
            <a:r>
              <a:rPr lang="fr-FR" sz="7200" dirty="0"/>
              <a:t>nouvelles technologies </a:t>
            </a:r>
          </a:p>
          <a:p>
            <a:pPr marL="0" indent="0">
              <a:buNone/>
            </a:pPr>
            <a:r>
              <a:rPr lang="fr-FR" sz="7200" b="1" dirty="0"/>
              <a:t>- Démarches effectuées</a:t>
            </a:r>
          </a:p>
          <a:p>
            <a:r>
              <a:rPr lang="fr-FR" sz="7200" dirty="0"/>
              <a:t>recherches ONISEP </a:t>
            </a:r>
          </a:p>
          <a:p>
            <a:r>
              <a:rPr lang="fr-FR" sz="7200" dirty="0"/>
              <a:t>discussions avec les techniciens </a:t>
            </a:r>
          </a:p>
          <a:p>
            <a:r>
              <a:rPr lang="fr-FR" sz="7200" dirty="0"/>
              <a:t>découverte du métier pendant le stage </a:t>
            </a:r>
          </a:p>
          <a:p>
            <a:pPr marL="0" indent="0">
              <a:buNone/>
            </a:pPr>
            <a:r>
              <a:rPr lang="fr-FR" sz="7200" b="1" dirty="0"/>
              <a:t>- Études envisagées</a:t>
            </a:r>
          </a:p>
          <a:p>
            <a:r>
              <a:rPr lang="fr-FR" sz="7200" dirty="0"/>
              <a:t>Bac pro CIEL </a:t>
            </a:r>
          </a:p>
          <a:p>
            <a:r>
              <a:rPr lang="fr-FR" sz="7200" dirty="0"/>
              <a:t>BTS SIO </a:t>
            </a:r>
          </a:p>
          <a:p>
            <a:r>
              <a:rPr lang="fr-FR" sz="7200" dirty="0"/>
              <a:t>spécialisation cybersécurité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563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C3F3C1-96F6-ECDA-7C3A-95F8FC4D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79C5D7-6C6A-173B-7D52-DF3797DBB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6"/>
            <a:ext cx="10131425" cy="4265083"/>
          </a:xfrm>
        </p:spPr>
        <p:txBody>
          <a:bodyPr/>
          <a:lstStyle/>
          <a:p>
            <a:r>
              <a:rPr lang="fr-FR" dirty="0"/>
              <a:t>Stage très enrichissant</a:t>
            </a:r>
          </a:p>
          <a:p>
            <a:r>
              <a:rPr lang="fr-FR" dirty="0"/>
              <a:t>Découverte du travail en équipe</a:t>
            </a:r>
          </a:p>
          <a:p>
            <a:r>
              <a:rPr lang="fr-FR" dirty="0"/>
              <a:t>Compréhension du monde professionnel</a:t>
            </a:r>
          </a:p>
          <a:p>
            <a:r>
              <a:rPr lang="fr-FR" dirty="0"/>
              <a:t>Ce stage m’a permis de découvrir concrètement le métier de technicien informatique. J’ai particulièrement apprécié le dépannage et le contact avec les techniciens. Cette expérience a renforcé mon envie de poursuivre des études dans l’informatique, notamment vers un bac professionnel puis un BTS spécialisé.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40364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Céleste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Celestial"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éleste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Celestial">
      <a:fillStyleLst>
        <a:solidFill>
          <a:schemeClr val="phClr"/>
        </a:solidFill>
        <a:gradFill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TM03457452[[fn=Céleste]]</Template>
  <TotalTime>105</TotalTime>
  <Words>375</Words>
  <Application>Microsoft Office PowerPoint</Application>
  <DocSecurity>0</DocSecurity>
  <PresentationFormat>Grand écran</PresentationFormat>
  <Paragraphs>78</Paragraphs>
  <Slides>8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Céleste</vt:lpstr>
      <vt:lpstr>Présentation et oral de stage de 3eme </vt:lpstr>
      <vt:lpstr>Présentation PowerPoint</vt:lpstr>
      <vt:lpstr>présentation</vt:lpstr>
      <vt:lpstr>L’entreprise</vt:lpstr>
      <vt:lpstr>Mes activités pendant le stage </vt:lpstr>
      <vt:lpstr>Le métier de technicien informatique</vt:lpstr>
      <vt:lpstr>Mon Projet Professionnel 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 neau</dc:creator>
  <cp:keywords/>
  <dc:description/>
  <cp:lastModifiedBy>daniel.neau-inizan neau</cp:lastModifiedBy>
  <cp:revision>10</cp:revision>
  <dcterms:created xsi:type="dcterms:W3CDTF">2025-03-23T09:27:32Z</dcterms:created>
  <dcterms:modified xsi:type="dcterms:W3CDTF">2026-05-15T09:16:27Z</dcterms:modified>
  <cp:category/>
  <dc:identifier/>
  <cp:contentStatus/>
  <dc:language/>
  <cp:version/>
</cp:coreProperties>
</file>