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A108D7D-C905-45D6-D147-9E0E6AD84EFD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26F659-549C-E707-1918-E4E3E622F61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49B058-BB23-8C33-AF66-7940C7501A0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A4085E-94E0-00AE-9F76-B0368BB6C779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2E4227-3BAD-E214-27FE-0580360AD0AD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68F8F2-C8DB-431E-D5A1-C68F9FAA30CB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886D90-3780-2318-C9D6-4E91911C344C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75BD73-08B8-000D-00F8-CD342B513B66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DF4FE8-0456-583E-34F5-04651B8408D9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A2EE3F-C9BF-7ADA-BB83-04FFED13DC88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Diapositive de titre">
    <p:bg>
      <p:bgRef idx="1003">
        <a:schemeClr val="bg2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8932558" y="5870575"/>
            <a:ext cx="1600200" cy="377825"/>
          </a:xfrm>
        </p:spPr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3962399" y="5870575"/>
            <a:ext cx="4893958" cy="377825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608958" y="5870575"/>
            <a:ext cx="551167" cy="377825"/>
          </a:xfrm>
        </p:spPr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 anchor="ctr"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21895" y="2142067"/>
            <a:ext cx="4995332" cy="3649132"/>
          </a:xfrm>
        </p:spPr>
        <p:txBody>
          <a:bodyPr>
            <a:normAutofit/>
          </a:bodyPr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096003" y="2226734"/>
            <a:ext cx="4722812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fr-FR"/>
              <a:t>Cliquez sur l'icône pour ajouter une image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Image panoramiqu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fr-FR"/>
              <a:t>Cliquez sur l'icône pour ajouter une image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5800" y="5299602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itre et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itation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 bwMode="auto">
          <a:xfrm>
            <a:off x="10237867" y="2743200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”</a:t>
            </a:r>
            <a:endParaRPr/>
          </a:p>
        </p:txBody>
      </p:sp>
      <p:sp>
        <p:nvSpPr>
          <p:cNvPr id="11" name="TextBox 10"/>
          <p:cNvSpPr txBox="1"/>
          <p:nvPr/>
        </p:nvSpPr>
        <p:spPr bwMode="auto">
          <a:xfrm>
            <a:off x="488275" y="823337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arte nom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arte nom cita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 bwMode="auto">
          <a:xfrm>
            <a:off x="10237867" y="2743200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”</a:t>
            </a:r>
            <a:endParaRPr/>
          </a:p>
        </p:txBody>
      </p:sp>
      <p:sp>
        <p:nvSpPr>
          <p:cNvPr id="14" name="TextBox 13"/>
          <p:cNvSpPr txBox="1"/>
          <p:nvPr/>
        </p:nvSpPr>
        <p:spPr bwMode="auto">
          <a:xfrm>
            <a:off x="488275" y="823337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 bwMode="auto"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>
                <a:ln w="3175" cmpd="sng">
                  <a:noFill/>
                </a:ln>
                <a:solidFill>
                  <a:schemeClr val="tx1"/>
                </a:solidFill>
              </a:defRPr>
            </a:lvl1pPr>
          </a:lstStyle>
          <a:p>
            <a:pPr marL="0" lvl="0">
              <a:spcBef>
                <a:spcPts val="0"/>
              </a:spcBef>
              <a:buNone/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Vrai ou faux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/>
            </a:lvl1pPr>
          </a:lstStyle>
          <a:p>
            <a:pPr marL="0" lvl="0"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685801" y="3505199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>
                <a:ln w="3175" cmpd="sng">
                  <a:noFill/>
                </a:ln>
                <a:solidFill>
                  <a:schemeClr val="tx1"/>
                </a:solidFill>
              </a:defRPr>
            </a:lvl1pPr>
          </a:lstStyle>
          <a:p>
            <a:pPr marL="0" lvl="0">
              <a:spcBef>
                <a:spcPts val="0"/>
              </a:spcBef>
              <a:buNone/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 anchor="t"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 bwMode="auto">
          <a:xfrm>
            <a:off x="685801" y="609600"/>
            <a:ext cx="10131425" cy="1456267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658675" y="609599"/>
            <a:ext cx="2158552" cy="5181601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801" y="2142067"/>
            <a:ext cx="10131425" cy="3649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B61BEF0D-F0BB-DE4B-95CE-6DB70DBA9567}" type="datetimeFigureOut">
              <a:rPr lang="en-US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D57F1E4F-1CFF-5643-939E-217C01CDF565}" type="slidenum">
              <a:rPr lang="en-US"/>
              <a:t>‹N°›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457200">
        <a:spcBef>
          <a:spcPts val="0"/>
        </a:spcBef>
        <a:buNone/>
        <a:defRPr sz="3600" cap="all">
          <a:ln w="3175" cmpd="sng">
            <a:noFill/>
          </a:ln>
          <a:solidFill>
            <a:schemeClr val="tx1"/>
          </a:solidFill>
          <a:latin typeface="+mj-lt"/>
          <a:ea typeface="+mj-ea"/>
          <a:cs typeface="+mj-cs"/>
        </a:defRPr>
      </a:lvl1pPr>
      <a:lvl2pPr>
        <a:defRPr>
          <a:solidFill>
            <a:schemeClr val="tx2"/>
          </a:solidFill>
        </a:defRPr>
      </a:lvl2pPr>
      <a:lvl3pPr>
        <a:defRPr>
          <a:solidFill>
            <a:schemeClr val="tx2"/>
          </a:solidFill>
        </a:defRPr>
      </a:lvl3pPr>
      <a:lvl4pPr>
        <a:defRPr>
          <a:solidFill>
            <a:schemeClr val="tx2"/>
          </a:solidFill>
        </a:defRPr>
      </a:lvl4pPr>
      <a:lvl5pPr>
        <a:defRPr>
          <a:solidFill>
            <a:schemeClr val="tx2"/>
          </a:solidFill>
        </a:defRPr>
      </a:lvl5pPr>
      <a:lvl6pPr>
        <a:defRPr>
          <a:solidFill>
            <a:schemeClr val="tx2"/>
          </a:solidFill>
        </a:defRPr>
      </a:lvl6pPr>
      <a:lvl7pPr>
        <a:defRPr>
          <a:solidFill>
            <a:schemeClr val="tx2"/>
          </a:solidFill>
        </a:defRPr>
      </a:lvl7pPr>
      <a:lvl8pPr>
        <a:defRPr>
          <a:solidFill>
            <a:schemeClr val="tx2"/>
          </a:solidFill>
        </a:defRPr>
      </a:lvl8pPr>
      <a:lvl9pPr>
        <a:defRPr>
          <a:solidFill>
            <a:schemeClr val="tx2"/>
          </a:solidFill>
        </a:defRPr>
      </a:lvl9pPr>
    </p:titleStyle>
    <p:bodyStyle>
      <a:lvl1pPr marL="285750" indent="-285750" algn="l" defTabSz="45720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cap="none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cap="none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85750" algn="l" defTabSz="45720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3pPr>
      <a:lvl4pPr marL="1543050" indent="-171450" algn="l" defTabSz="45720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4pPr>
      <a:lvl5pPr marL="2000250" indent="-171450" algn="l" defTabSz="45720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 bwMode="auto">
          <a:xfrm>
            <a:off x="3962399" y="564092"/>
            <a:ext cx="7197726" cy="2421464"/>
          </a:xfrm>
        </p:spPr>
        <p:txBody>
          <a:bodyPr/>
          <a:lstStyle/>
          <a:p>
            <a:pPr>
              <a:defRPr/>
            </a:pPr>
            <a:r>
              <a:rPr lang="fr-FR"/>
              <a:t>Présentation et oral de stage de 3eme </a:t>
            </a:r>
            <a:endParaRPr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 bwMode="auto">
          <a:xfrm>
            <a:off x="7686675" y="4385732"/>
            <a:ext cx="3473449" cy="1405467"/>
          </a:xfrm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fr-FR" dirty="0"/>
              <a:t>Daniel neau-inizan</a:t>
            </a:r>
          </a:p>
          <a:p>
            <a:pPr>
              <a:defRPr/>
            </a:pPr>
            <a:r>
              <a:rPr lang="fr-FR" dirty="0"/>
              <a:t>3A</a:t>
            </a:r>
            <a:endParaRPr dirty="0"/>
          </a:p>
          <a:p>
            <a:pPr>
              <a:defRPr/>
            </a:pPr>
            <a:r>
              <a:rPr lang="fr-FR" dirty="0" err="1"/>
              <a:t>College</a:t>
            </a:r>
            <a:r>
              <a:rPr lang="fr-FR" dirty="0"/>
              <a:t> </a:t>
            </a:r>
            <a:r>
              <a:rPr lang="en-US" dirty="0" err="1"/>
              <a:t>JEAn</a:t>
            </a:r>
            <a:r>
              <a:rPr lang="en-US" dirty="0"/>
              <a:t> DES BARRES </a:t>
            </a:r>
            <a:endParaRPr dirty="0"/>
          </a:p>
          <a:p>
            <a:pPr>
              <a:defRPr/>
            </a:pPr>
            <a:r>
              <a:rPr lang="fr-FR" dirty="0"/>
              <a:t>OISSERY</a:t>
            </a:r>
          </a:p>
        </p:txBody>
      </p:sp>
      <p:pic>
        <p:nvPicPr>
          <p:cNvPr id="6" name="Image 5" descr="Une image contenant plein air, texte, bâtiment, propriété&#10;&#10;Le contenu généré par l’IA peut être incorrect.">
            <a:extLst>
              <a:ext uri="{FF2B5EF4-FFF2-40B4-BE49-F238E27FC236}">
                <a16:creationId xmlns:a16="http://schemas.microsoft.com/office/drawing/2014/main" id="{A7D77DAA-A2A4-F990-1FD5-D8D72B73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876" y="3057982"/>
            <a:ext cx="6862444" cy="30258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:split orient="vert" dir="in"/>
      </p:transition>
    </mc:Choice>
    <mc:Fallback xmlns="" xmlns:m="http://schemas.openxmlformats.org/officeDocument/2006/math" xmlns:w="http://schemas.openxmlformats.org/wordprocessingml/2006/main">
      <p:transition spd="slow" advClick="0">
        <p:split orient="vert" dir="in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962026" y="749508"/>
            <a:ext cx="3981449" cy="505968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fr-FR" dirty="0"/>
              <a:t>Présentation </a:t>
            </a:r>
            <a:endParaRPr dirty="0"/>
          </a:p>
          <a:p>
            <a:pPr>
              <a:defRPr/>
            </a:pPr>
            <a:r>
              <a:rPr lang="fr-FR" dirty="0"/>
              <a:t>L’entreprise</a:t>
            </a:r>
            <a:endParaRPr dirty="0"/>
          </a:p>
          <a:p>
            <a:pPr>
              <a:defRPr/>
            </a:pPr>
            <a:r>
              <a:rPr lang="fr-FR" dirty="0"/>
              <a:t>Organisation de l’agence</a:t>
            </a:r>
          </a:p>
          <a:p>
            <a:pPr>
              <a:defRPr/>
            </a:pPr>
            <a:r>
              <a:rPr lang="fr-FR" dirty="0"/>
              <a:t>Briefing &amp; Débriefing </a:t>
            </a:r>
          </a:p>
          <a:p>
            <a:pPr>
              <a:defRPr/>
            </a:pPr>
            <a:r>
              <a:rPr lang="fr-FR" dirty="0"/>
              <a:t>Mes activités pendant le stage</a:t>
            </a:r>
          </a:p>
          <a:p>
            <a:pPr>
              <a:defRPr/>
            </a:pPr>
            <a:r>
              <a:rPr lang="fr-FR" dirty="0"/>
              <a:t>Interventions techniques observées</a:t>
            </a:r>
          </a:p>
          <a:p>
            <a:pPr>
              <a:defRPr/>
            </a:pPr>
            <a:r>
              <a:rPr lang="fr-FR" dirty="0"/>
              <a:t>Outils professionnels utilisés</a:t>
            </a:r>
          </a:p>
          <a:p>
            <a:pPr>
              <a:defRPr/>
            </a:pPr>
            <a:r>
              <a:rPr lang="fr-FR" dirty="0"/>
              <a:t>Le métier de technicien informatique</a:t>
            </a:r>
          </a:p>
          <a:p>
            <a:pPr>
              <a:defRPr/>
            </a:pPr>
            <a:r>
              <a:rPr lang="fr-FR" dirty="0"/>
              <a:t>Avantages &amp; Inconvénients</a:t>
            </a:r>
          </a:p>
          <a:p>
            <a:pPr>
              <a:defRPr/>
            </a:pPr>
            <a:r>
              <a:rPr lang="fr-FR" dirty="0"/>
              <a:t>Conclusion </a:t>
            </a:r>
            <a:endParaRPr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079081" y="333373"/>
            <a:ext cx="8491276" cy="45624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:split orient="vert" dir="in"/>
      </p:transition>
    </mc:Choice>
    <mc:Fallback xmlns="" xmlns:m="http://schemas.openxmlformats.org/officeDocument/2006/math" xmlns:w="http://schemas.openxmlformats.org/wordprocessingml/2006/main">
      <p:transition spd="slow" advClick="0">
        <p:split orient="vert"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présentation</a:t>
            </a:r>
            <a:endParaRPr/>
          </a:p>
        </p:txBody>
      </p:sp>
      <p:pic>
        <p:nvPicPr>
          <p:cNvPr id="6" name="Espace réservé du contenu 5"/>
          <p:cNvPicPr>
            <a:picLocks noGrp="1" noChangeAspect="1"/>
          </p:cNvPicPr>
          <p:nvPr>
            <p:ph idx="1"/>
          </p:nvPr>
        </p:nvPicPr>
        <p:blipFill>
          <a:blip r:embed="rId3"/>
          <a:stretch/>
        </p:blipFill>
        <p:spPr bwMode="auto">
          <a:xfrm>
            <a:off x="6859389" y="425318"/>
            <a:ext cx="4505522" cy="6007364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 bwMode="auto">
          <a:xfrm>
            <a:off x="1681858" y="1828800"/>
            <a:ext cx="41814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  <a:defRPr/>
            </a:pPr>
            <a:r>
              <a:rPr lang="fr-FR" dirty="0"/>
              <a:t>Daniel neau-inizan</a:t>
            </a:r>
          </a:p>
          <a:p>
            <a:pPr marL="285750" indent="-285750">
              <a:buFontTx/>
              <a:buChar char="-"/>
              <a:defRPr/>
            </a:pPr>
            <a:r>
              <a:rPr lang="fr-FR" dirty="0"/>
              <a:t>15 ans</a:t>
            </a:r>
            <a:endParaRPr dirty="0"/>
          </a:p>
          <a:p>
            <a:pPr marL="285750" indent="-285750">
              <a:buFontTx/>
              <a:buChar char="-"/>
              <a:defRPr/>
            </a:pPr>
            <a:r>
              <a:rPr lang="fr-FR" dirty="0"/>
              <a:t>Collège Jean des Barres</a:t>
            </a:r>
          </a:p>
          <a:p>
            <a:pPr marL="285750" indent="-285750">
              <a:buFontTx/>
              <a:buChar char="-"/>
              <a:defRPr/>
            </a:pPr>
            <a:r>
              <a:rPr lang="fr-FR" dirty="0"/>
              <a:t>Goût pour le numérique, </a:t>
            </a:r>
            <a:endParaRPr dirty="0"/>
          </a:p>
          <a:p>
            <a:pPr marL="285750" indent="-285750">
              <a:buFontTx/>
              <a:buChar char="-"/>
              <a:defRPr/>
            </a:pPr>
            <a:endParaRPr lang="fr-FR" dirty="0"/>
          </a:p>
        </p:txBody>
      </p:sp>
      <p:sp>
        <p:nvSpPr>
          <p:cNvPr id="9" name="ZoneTexte 8"/>
          <p:cNvSpPr txBox="1"/>
          <p:nvPr/>
        </p:nvSpPr>
        <p:spPr bwMode="auto">
          <a:xfrm>
            <a:off x="1681857" y="3971925"/>
            <a:ext cx="2999236" cy="2012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fr-FR"/>
              <a:t>Recherche d’entreprise:</a:t>
            </a:r>
            <a:endParaRPr/>
          </a:p>
          <a:p>
            <a:pPr>
              <a:defRPr/>
            </a:pPr>
            <a:r>
              <a:rPr lang="fr-FR"/>
              <a:t> </a:t>
            </a:r>
            <a:endParaRPr/>
          </a:p>
          <a:p>
            <a:pPr>
              <a:defRPr/>
            </a:pPr>
            <a:r>
              <a:rPr lang="fr-FR"/>
              <a:t>- Sollicitation de la famille </a:t>
            </a:r>
            <a:endParaRPr/>
          </a:p>
          <a:p>
            <a:pPr>
              <a:defRPr/>
            </a:pPr>
            <a:r>
              <a:rPr lang="fr-FR"/>
              <a:t>- Création de mon cv:  Nom Prénom, Adresse, et les Expériences Réalisées,</a:t>
            </a:r>
            <a:endParaRPr/>
          </a:p>
          <a:p>
            <a:pPr marL="285750" indent="-285750">
              <a:buFontTx/>
              <a:buChar char="-"/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:split orient="vert" dir="in"/>
      </p:transition>
    </mc:Choice>
    <mc:Fallback xmlns="" xmlns:m="http://schemas.openxmlformats.org/officeDocument/2006/math" xmlns:w="http://schemas.openxmlformats.org/wordprocessingml/2006/main">
      <p:transition spd="slow" advClick="0">
        <p:split orient="vert"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1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L’entreprise</a:t>
            </a:r>
            <a:endParaRPr/>
          </a:p>
        </p:txBody>
      </p:sp>
      <p:pic>
        <p:nvPicPr>
          <p:cNvPr id="7" name="Espace réservé du contenu 6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F1B415AD-F73E-C9A6-CF93-5D8977B6F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 bwMode="auto">
          <a:xfrm>
            <a:off x="5751513" y="565700"/>
            <a:ext cx="4362450" cy="1500167"/>
          </a:xfrm>
          <a:prstGeom prst="rect">
            <a:avLst/>
          </a:prstGeom>
          <a:noFill/>
        </p:spPr>
      </p:pic>
      <p:sp>
        <p:nvSpPr>
          <p:cNvPr id="6" name="ZoneTexte 5"/>
          <p:cNvSpPr txBox="1"/>
          <p:nvPr/>
        </p:nvSpPr>
        <p:spPr bwMode="auto">
          <a:xfrm>
            <a:off x="5751513" y="2946368"/>
            <a:ext cx="49117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  <a:defRPr/>
            </a:pPr>
            <a:r>
              <a:rPr lang="fr-FR" dirty="0"/>
              <a:t>DOMAINE DE PRESTATAIRES INFORMATIQUE, Français,</a:t>
            </a:r>
            <a:endParaRPr dirty="0"/>
          </a:p>
          <a:p>
            <a:pPr marL="285750" indent="-285750">
              <a:buFontTx/>
              <a:buChar char="-"/>
              <a:defRPr/>
            </a:pPr>
            <a:r>
              <a:rPr lang="en-US" dirty="0" err="1"/>
              <a:t>Européens</a:t>
            </a:r>
            <a:r>
              <a:rPr lang="en-US" dirty="0"/>
              <a:t> ( 190 </a:t>
            </a:r>
            <a:r>
              <a:rPr lang="fr-FR" noProof="0" dirty="0"/>
              <a:t>agences</a:t>
            </a:r>
            <a:r>
              <a:rPr lang="en-US" dirty="0"/>
              <a:t> dans </a:t>
            </a:r>
            <a:r>
              <a:rPr lang="en-US" dirty="0" err="1"/>
              <a:t>l’Europe</a:t>
            </a:r>
            <a:r>
              <a:rPr lang="en-US" dirty="0"/>
              <a:t> )</a:t>
            </a:r>
            <a:endParaRPr dirty="0"/>
          </a:p>
          <a:p>
            <a:pPr marL="285750" indent="-285750">
              <a:buFontTx/>
              <a:buChar char="-"/>
              <a:defRPr/>
            </a:pPr>
            <a:r>
              <a:rPr lang="en-US" dirty="0"/>
              <a:t>28 </a:t>
            </a:r>
            <a:r>
              <a:rPr lang="en-US" dirty="0" err="1"/>
              <a:t>ans</a:t>
            </a:r>
            <a:r>
              <a:rPr lang="en-US" dirty="0"/>
              <a:t>  par Sacha Rosental</a:t>
            </a:r>
            <a:endParaRPr dirty="0"/>
          </a:p>
          <a:p>
            <a:pPr marL="285750" indent="-285750">
              <a:buFontTx/>
              <a:buChar char="-"/>
              <a:defRPr/>
            </a:pPr>
            <a:r>
              <a:rPr lang="fr-FR" dirty="0"/>
              <a:t>2000 employés dans l’Europe,</a:t>
            </a:r>
            <a:endParaRPr dirty="0"/>
          </a:p>
          <a:p>
            <a:pPr marL="285750" indent="-285750">
              <a:buFontTx/>
              <a:buChar char="-"/>
              <a:defRPr/>
            </a:pP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5CA9DFE-7E44-DEEA-A54C-54BCD5661F9E}"/>
              </a:ext>
            </a:extLst>
          </p:cNvPr>
          <p:cNvSpPr txBox="1"/>
          <p:nvPr/>
        </p:nvSpPr>
        <p:spPr>
          <a:xfrm>
            <a:off x="472440" y="2069205"/>
            <a:ext cx="40233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XEFI accompagne les TPE/PME en :</a:t>
            </a:r>
          </a:p>
          <a:p>
            <a:r>
              <a:rPr lang="fr-FR" dirty="0"/>
              <a:t>- Maintenance informatique</a:t>
            </a:r>
          </a:p>
          <a:p>
            <a:r>
              <a:rPr lang="fr-FR" dirty="0"/>
              <a:t>- Sécurité &amp; cybersécurité</a:t>
            </a:r>
          </a:p>
          <a:p>
            <a:r>
              <a:rPr lang="fr-FR" dirty="0"/>
              <a:t>- Cloud</a:t>
            </a:r>
          </a:p>
          <a:p>
            <a:r>
              <a:rPr lang="fr-FR" dirty="0"/>
              <a:t>- Vente de matériel (serveurs, PC)</a:t>
            </a:r>
          </a:p>
          <a:p>
            <a:endParaRPr lang="fr-FR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:split orient="vert" dir="in"/>
      </p:transition>
    </mc:Choice>
    <mc:Fallback xmlns="" xmlns:m="http://schemas.openxmlformats.org/officeDocument/2006/math" xmlns:w="http://schemas.openxmlformats.org/wordprocessingml/2006/main">
      <p:transition spd="slow" advClick="0">
        <p:split orient="vert" dir="in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dirty="0"/>
              <a:t>Organisation de l’agence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542927" y="1604433"/>
            <a:ext cx="4076698" cy="3649132"/>
          </a:xfrm>
        </p:spPr>
        <p:txBody>
          <a:bodyPr>
            <a:normAutofit/>
          </a:bodyPr>
          <a:lstStyle/>
          <a:p>
            <a:r>
              <a:rPr lang="fr-FR" sz="1600" dirty="0"/>
              <a:t>Directeur d’agence : M. Sanchez</a:t>
            </a:r>
          </a:p>
          <a:p>
            <a:r>
              <a:rPr lang="fr-FR" sz="1600" dirty="0"/>
              <a:t>Responsable technique : M. Ferrat</a:t>
            </a:r>
          </a:p>
          <a:p>
            <a:r>
              <a:rPr lang="fr-FR" sz="1600" dirty="0"/>
              <a:t>Techniciens : Thomas, Alexis, Paul-Louis</a:t>
            </a:r>
          </a:p>
          <a:p>
            <a:r>
              <a:rPr lang="fr-FR" sz="1600" dirty="0"/>
              <a:t>Comptable : Laureline</a:t>
            </a:r>
          </a:p>
          <a:p>
            <a:endParaRPr lang="fr-FR" sz="1600" dirty="0"/>
          </a:p>
          <a:p>
            <a:r>
              <a:rPr lang="fr-FR" sz="1600" dirty="0"/>
              <a:t>Travail en équipe et réunions chaque lundi (briefing / débriefing)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:split orient="vert" dir="in"/>
      </p:transition>
    </mc:Choice>
    <mc:Fallback xmlns="" xmlns:m="http://schemas.openxmlformats.org/officeDocument/2006/math" xmlns:w="http://schemas.openxmlformats.org/wordprocessingml/2006/main">
      <p:transition spd="slow" advClick="0">
        <p:split orient="vert" dir="in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dirty="0"/>
              <a:t>Briefing &amp; Débriefing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685801" y="2142067"/>
            <a:ext cx="6153149" cy="3649132"/>
          </a:xfrm>
        </p:spPr>
        <p:txBody>
          <a:bodyPr>
            <a:normAutofit/>
          </a:bodyPr>
          <a:lstStyle/>
          <a:p>
            <a:r>
              <a:rPr lang="fr-FR" dirty="0"/>
              <a:t>Briefing :</a:t>
            </a:r>
          </a:p>
          <a:p>
            <a:r>
              <a:rPr lang="fr-FR" dirty="0"/>
              <a:t>- Fixer les objectifs</a:t>
            </a:r>
          </a:p>
          <a:p>
            <a:r>
              <a:rPr lang="fr-FR" dirty="0"/>
              <a:t>- Transmettre les informations importantes</a:t>
            </a:r>
          </a:p>
          <a:p>
            <a:endParaRPr lang="fr-FR" dirty="0"/>
          </a:p>
          <a:p>
            <a:r>
              <a:rPr lang="fr-FR" dirty="0"/>
              <a:t>Débriefing :</a:t>
            </a:r>
          </a:p>
          <a:p>
            <a:r>
              <a:rPr lang="fr-FR" dirty="0"/>
              <a:t>- Analyse des résultats</a:t>
            </a:r>
          </a:p>
          <a:p>
            <a:r>
              <a:rPr lang="fr-FR" dirty="0"/>
              <a:t>- Points à améliorer</a:t>
            </a:r>
          </a:p>
          <a:p>
            <a:r>
              <a:rPr lang="fr-FR" dirty="0"/>
              <a:t>- Organisation des nouveaux tickets</a:t>
            </a:r>
          </a:p>
          <a:p>
            <a:pPr>
              <a:defRPr/>
            </a:pPr>
            <a:endParaRPr lang="fr-FR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:split orient="vert" dir="in"/>
      </p:transition>
    </mc:Choice>
    <mc:Fallback xmlns="" xmlns:m="http://schemas.openxmlformats.org/officeDocument/2006/math" xmlns:w="http://schemas.openxmlformats.org/wordprocessingml/2006/main">
      <p:transition spd="slow" advClick="0">
        <p:split orient="vert" dir="in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dirty="0"/>
              <a:t>Mes activités pendant le stage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685801" y="2142067"/>
            <a:ext cx="6667499" cy="3649132"/>
          </a:xfrm>
        </p:spPr>
        <p:txBody>
          <a:bodyPr>
            <a:normAutofit/>
          </a:bodyPr>
          <a:lstStyle/>
          <a:p>
            <a:r>
              <a:rPr lang="fr-FR" dirty="0"/>
              <a:t>- Ouverture et lecture des mails</a:t>
            </a:r>
          </a:p>
          <a:p>
            <a:r>
              <a:rPr lang="fr-FR" dirty="0"/>
              <a:t>- Préparation du briefing</a:t>
            </a:r>
          </a:p>
          <a:p>
            <a:r>
              <a:rPr lang="fr-FR" dirty="0"/>
              <a:t>- Gestion et suivi des tickets (</a:t>
            </a:r>
            <a:r>
              <a:rPr lang="fr-FR" dirty="0" err="1"/>
              <a:t>Zendesk</a:t>
            </a:r>
            <a:r>
              <a:rPr lang="fr-FR" dirty="0"/>
              <a:t>)</a:t>
            </a:r>
          </a:p>
          <a:p>
            <a:r>
              <a:rPr lang="fr-FR" dirty="0"/>
              <a:t>- Maintenance et réinstallation de Windows</a:t>
            </a:r>
          </a:p>
          <a:p>
            <a:r>
              <a:rPr lang="fr-FR" dirty="0"/>
              <a:t>- Enregistrement des PC dans </a:t>
            </a:r>
            <a:r>
              <a:rPr lang="fr-FR" dirty="0" err="1"/>
              <a:t>Tactical</a:t>
            </a:r>
            <a:r>
              <a:rPr lang="fr-FR" dirty="0"/>
              <a:t> RMM</a:t>
            </a:r>
          </a:p>
          <a:p>
            <a:pPr>
              <a:defRPr/>
            </a:pPr>
            <a:endParaRPr lang="fr-FR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7305675" y="1609724"/>
            <a:ext cx="4181475" cy="4181475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:split orient="vert" dir="in"/>
      </p:transition>
    </mc:Choice>
    <mc:Fallback xmlns="" xmlns:m="http://schemas.openxmlformats.org/officeDocument/2006/math" xmlns:w="http://schemas.openxmlformats.org/wordprocessingml/2006/main">
      <p:transition spd="slow" advClick="0">
        <p:split orient="vert" dir="in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dirty="0"/>
              <a:t>Interventions techniques observées 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r>
              <a:rPr lang="fr-FR" dirty="0"/>
              <a:t>- Installation Windows via serveur local</a:t>
            </a:r>
          </a:p>
          <a:p>
            <a:r>
              <a:rPr lang="fr-FR" dirty="0"/>
              <a:t>- Diagnostic matériel (RAM, disque dur)</a:t>
            </a:r>
          </a:p>
          <a:p>
            <a:r>
              <a:rPr lang="fr-FR" dirty="0"/>
              <a:t>- Test câble Ethernet et switch</a:t>
            </a:r>
          </a:p>
          <a:p>
            <a:r>
              <a:rPr lang="fr-FR" dirty="0"/>
              <a:t>- Intervention chez clients</a:t>
            </a:r>
          </a:p>
          <a:p>
            <a:r>
              <a:rPr lang="fr-FR" dirty="0"/>
              <a:t>- Utilisation </a:t>
            </a:r>
            <a:r>
              <a:rPr lang="fr-FR" dirty="0" err="1"/>
              <a:t>AnyDesk</a:t>
            </a:r>
            <a:r>
              <a:rPr lang="fr-FR" dirty="0"/>
              <a:t> pour prise à distance</a:t>
            </a:r>
          </a:p>
          <a:p>
            <a:pPr>
              <a:defRPr/>
            </a:pPr>
            <a:endParaRPr lang="fr-FR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:split orient="vert" dir="in"/>
      </p:transition>
    </mc:Choice>
    <mc:Fallback xmlns="" xmlns:m="http://schemas.openxmlformats.org/officeDocument/2006/math" xmlns:w="http://schemas.openxmlformats.org/wordprocessingml/2006/main">
      <p:transition spd="slow" advClick="0">
        <p:split orient="vert" dir="in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dirty="0"/>
              <a:t>Outils professionnels utilisés</a:t>
            </a:r>
            <a:endParaRPr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r>
              <a:rPr lang="fr-FR" dirty="0" err="1"/>
              <a:t>Zendesk</a:t>
            </a:r>
            <a:r>
              <a:rPr lang="fr-FR" dirty="0"/>
              <a:t> : gestion des tickets</a:t>
            </a:r>
          </a:p>
          <a:p>
            <a:r>
              <a:rPr lang="fr-FR" dirty="0" err="1"/>
              <a:t>AnyDesk</a:t>
            </a:r>
            <a:r>
              <a:rPr lang="fr-FR" dirty="0"/>
              <a:t> : prise en main à distance</a:t>
            </a:r>
          </a:p>
          <a:p>
            <a:r>
              <a:rPr lang="fr-FR" dirty="0" err="1"/>
              <a:t>Tactical</a:t>
            </a:r>
            <a:r>
              <a:rPr lang="fr-FR" dirty="0"/>
              <a:t> RMM : gestion du parc informatique</a:t>
            </a:r>
          </a:p>
          <a:p>
            <a:endParaRPr lang="fr-FR" dirty="0"/>
          </a:p>
          <a:p>
            <a:r>
              <a:rPr lang="fr-FR" dirty="0"/>
              <a:t>Importance de la documentation et du suivi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:split orient="vert" dir="in"/>
      </p:transition>
    </mc:Choice>
    <mc:Fallback xmlns="" xmlns:m="http://schemas.openxmlformats.org/officeDocument/2006/math" xmlns:w="http://schemas.openxmlformats.org/wordprocessingml/2006/main">
      <p:transition spd="slow" advClick="0">
        <p:split orient="vert" dir="in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dirty="0"/>
              <a:t>Le métier de technicien informatique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r>
              <a:rPr lang="fr-FR" dirty="0"/>
              <a:t>Missions :</a:t>
            </a:r>
          </a:p>
          <a:p>
            <a:r>
              <a:rPr lang="fr-FR" dirty="0"/>
              <a:t>- Installation &amp; configuration</a:t>
            </a:r>
          </a:p>
          <a:p>
            <a:r>
              <a:rPr lang="fr-FR" dirty="0"/>
              <a:t>- Maintenance &amp; dépannage</a:t>
            </a:r>
          </a:p>
          <a:p>
            <a:r>
              <a:rPr lang="fr-FR" dirty="0"/>
              <a:t>- Support client</a:t>
            </a:r>
          </a:p>
          <a:p>
            <a:r>
              <a:rPr lang="fr-FR" dirty="0"/>
              <a:t>- Sécurité des données</a:t>
            </a:r>
          </a:p>
          <a:p>
            <a:endParaRPr lang="fr-FR" dirty="0"/>
          </a:p>
          <a:p>
            <a:r>
              <a:rPr lang="fr-FR" dirty="0"/>
              <a:t>Qualités : rigueur, patience, compétences techniques</a:t>
            </a:r>
          </a:p>
          <a:p>
            <a:pPr>
              <a:defRPr/>
            </a:pPr>
            <a:endParaRPr lang="fr-FR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:split orient="vert" dir="in"/>
      </p:transition>
    </mc:Choice>
    <mc:Fallback xmlns="" xmlns:m="http://schemas.openxmlformats.org/officeDocument/2006/math" xmlns:w="http://schemas.openxmlformats.org/wordprocessingml/2006/main">
      <p:transition spd="slow" advClick="0">
        <p:split orient="vert" dir="in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32A31D-734E-8072-466E-DE6D45B0B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Avantages &amp; Inconvénients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0C0EA9-E2A1-E1C2-20C6-3B7FAB347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Avantages :</a:t>
            </a:r>
          </a:p>
          <a:p>
            <a:r>
              <a:rPr lang="fr-FR" dirty="0"/>
              <a:t>- Métier recherché</a:t>
            </a:r>
          </a:p>
          <a:p>
            <a:r>
              <a:rPr lang="fr-FR" dirty="0"/>
              <a:t>- Travail varié</a:t>
            </a:r>
          </a:p>
          <a:p>
            <a:r>
              <a:rPr lang="fr-FR" dirty="0"/>
              <a:t>- Évolution possible</a:t>
            </a:r>
          </a:p>
          <a:p>
            <a:endParaRPr lang="fr-FR" dirty="0"/>
          </a:p>
          <a:p>
            <a:r>
              <a:rPr lang="fr-FR" dirty="0"/>
              <a:t>Inconvénients :</a:t>
            </a:r>
          </a:p>
          <a:p>
            <a:r>
              <a:rPr lang="fr-FR" dirty="0"/>
              <a:t>- Déplacements</a:t>
            </a:r>
          </a:p>
          <a:p>
            <a:r>
              <a:rPr lang="fr-FR" dirty="0"/>
              <a:t>- Problèmes complexes</a:t>
            </a:r>
          </a:p>
          <a:p>
            <a:r>
              <a:rPr lang="fr-FR" dirty="0"/>
              <a:t>- Formation continue nécessaire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48188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C3F3C1-96F6-ECDA-7C3A-95F8FC4DE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79C5D7-6C6A-173B-7D52-DF3797DBB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Stage très enrichissant</a:t>
            </a:r>
          </a:p>
          <a:p>
            <a:r>
              <a:rPr lang="fr-FR" dirty="0"/>
              <a:t>Découverte du travail en équipe</a:t>
            </a:r>
          </a:p>
          <a:p>
            <a:r>
              <a:rPr lang="fr-FR" dirty="0"/>
              <a:t>Compréhension du monde professionnel</a:t>
            </a:r>
          </a:p>
          <a:p>
            <a:endParaRPr lang="fr-FR" dirty="0"/>
          </a:p>
          <a:p>
            <a:r>
              <a:rPr lang="fr-FR"/>
              <a:t>Confirme mon projet d’orientation vers l’informatique</a:t>
            </a:r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40364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g"/></Relationships>
</file>

<file path=ppt/theme/theme1.xml><?xml version="1.0" encoding="utf-8"?>
<a:theme xmlns:a="http://schemas.openxmlformats.org/drawingml/2006/main" name="Céleste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Celestial">
      <a:fillStyleLst>
        <a:solidFill>
          <a:schemeClr val="phClr"/>
        </a:solidFill>
        <a:gradFill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éleste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Celestial">
      <a:fillStyleLst>
        <a:solidFill>
          <a:schemeClr val="phClr"/>
        </a:solidFill>
        <a:gradFill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TM03457452[[fn=Céleste]]</Template>
  <TotalTime>44</TotalTime>
  <Words>388</Words>
  <Application>Microsoft Office PowerPoint</Application>
  <DocSecurity>0</DocSecurity>
  <PresentationFormat>Grand écran</PresentationFormat>
  <Paragraphs>102</Paragraphs>
  <Slides>12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Céleste</vt:lpstr>
      <vt:lpstr>Présentation et oral de stage de 3eme </vt:lpstr>
      <vt:lpstr>Présentation PowerPoint</vt:lpstr>
      <vt:lpstr>présentation</vt:lpstr>
      <vt:lpstr>L’entreprise</vt:lpstr>
      <vt:lpstr>Organisation de l’agence </vt:lpstr>
      <vt:lpstr>Briefing &amp; Débriefing </vt:lpstr>
      <vt:lpstr>Mes activités pendant le stage </vt:lpstr>
      <vt:lpstr>Interventions techniques observées  </vt:lpstr>
      <vt:lpstr>Outils professionnels utilisés</vt:lpstr>
      <vt:lpstr>Le métier de technicien informatique</vt:lpstr>
      <vt:lpstr>Avantages &amp; Inconvénients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Alex neau</dc:creator>
  <cp:keywords/>
  <dc:description/>
  <cp:lastModifiedBy>daniel.neau-inizan neau</cp:lastModifiedBy>
  <cp:revision>6</cp:revision>
  <dcterms:created xsi:type="dcterms:W3CDTF">2025-03-23T09:27:32Z</dcterms:created>
  <dcterms:modified xsi:type="dcterms:W3CDTF">2026-02-27T17:43:33Z</dcterms:modified>
  <cp:category/>
  <dc:identifier/>
  <cp:contentStatus/>
  <dc:language/>
  <cp:version/>
</cp:coreProperties>
</file>